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3" r:id="rId5"/>
    <p:sldId id="260" r:id="rId6"/>
    <p:sldId id="264" r:id="rId7"/>
    <p:sldId id="265" r:id="rId8"/>
    <p:sldId id="262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05AD8C-DFD9-4944-9169-6C8253BA7DC6}" v="87" dt="2025-11-05T15:18:48.4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80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prian Ionut Paduraru" userId="d9530dc9-d205-406c-bf54-f53e9700f743" providerId="ADAL" clId="{1C6B5CA6-C889-4DBA-9907-DC3349119EB3}"/>
    <pc:docChg chg="undo redo custSel addSld delSld modSld">
      <pc:chgData name="Ciprian Ionut Paduraru" userId="d9530dc9-d205-406c-bf54-f53e9700f743" providerId="ADAL" clId="{1C6B5CA6-C889-4DBA-9907-DC3349119EB3}" dt="2025-11-05T15:18:54.921" v="2874" actId="113"/>
      <pc:docMkLst>
        <pc:docMk/>
      </pc:docMkLst>
      <pc:sldChg chg="modSp mod">
        <pc:chgData name="Ciprian Ionut Paduraru" userId="d9530dc9-d205-406c-bf54-f53e9700f743" providerId="ADAL" clId="{1C6B5CA6-C889-4DBA-9907-DC3349119EB3}" dt="2025-11-05T09:51:45.044" v="42" actId="20577"/>
        <pc:sldMkLst>
          <pc:docMk/>
          <pc:sldMk cId="1816041220" sldId="256"/>
        </pc:sldMkLst>
        <pc:spChg chg="mod">
          <ac:chgData name="Ciprian Ionut Paduraru" userId="d9530dc9-d205-406c-bf54-f53e9700f743" providerId="ADAL" clId="{1C6B5CA6-C889-4DBA-9907-DC3349119EB3}" dt="2025-11-05T09:51:45.044" v="42" actId="20577"/>
          <ac:spMkLst>
            <pc:docMk/>
            <pc:sldMk cId="1816041220" sldId="256"/>
            <ac:spMk id="2" creationId="{D9588B9A-1F17-9533-8FEC-22F612E71BD5}"/>
          </ac:spMkLst>
        </pc:spChg>
      </pc:sldChg>
      <pc:sldChg chg="delSp del mod">
        <pc:chgData name="Ciprian Ionut Paduraru" userId="d9530dc9-d205-406c-bf54-f53e9700f743" providerId="ADAL" clId="{1C6B5CA6-C889-4DBA-9907-DC3349119EB3}" dt="2025-11-05T10:29:38.915" v="1760" actId="47"/>
        <pc:sldMkLst>
          <pc:docMk/>
          <pc:sldMk cId="459203131" sldId="257"/>
        </pc:sldMkLst>
        <pc:graphicFrameChg chg="del">
          <ac:chgData name="Ciprian Ionut Paduraru" userId="d9530dc9-d205-406c-bf54-f53e9700f743" providerId="ADAL" clId="{1C6B5CA6-C889-4DBA-9907-DC3349119EB3}" dt="2025-11-05T10:17:26.237" v="1514" actId="21"/>
          <ac:graphicFrameMkLst>
            <pc:docMk/>
            <pc:sldMk cId="459203131" sldId="257"/>
            <ac:graphicFrameMk id="10" creationId="{663690AA-9061-9CDF-96DE-1B9053BDDA85}"/>
          </ac:graphicFrameMkLst>
        </pc:graphicFrameChg>
      </pc:sldChg>
      <pc:sldChg chg="addSp delSp modSp new mod">
        <pc:chgData name="Ciprian Ionut Paduraru" userId="d9530dc9-d205-406c-bf54-f53e9700f743" providerId="ADAL" clId="{1C6B5CA6-C889-4DBA-9907-DC3349119EB3}" dt="2025-11-05T11:15:58.958" v="1876" actId="20577"/>
        <pc:sldMkLst>
          <pc:docMk/>
          <pc:sldMk cId="2306416802" sldId="258"/>
        </pc:sldMkLst>
        <pc:spChg chg="mod">
          <ac:chgData name="Ciprian Ionut Paduraru" userId="d9530dc9-d205-406c-bf54-f53e9700f743" providerId="ADAL" clId="{1C6B5CA6-C889-4DBA-9907-DC3349119EB3}" dt="2025-11-05T09:51:53.900" v="47" actId="20577"/>
          <ac:spMkLst>
            <pc:docMk/>
            <pc:sldMk cId="2306416802" sldId="258"/>
            <ac:spMk id="2" creationId="{B77D43DF-BB31-3421-BC06-C9D332163467}"/>
          </ac:spMkLst>
        </pc:spChg>
        <pc:spChg chg="add del mod">
          <ac:chgData name="Ciprian Ionut Paduraru" userId="d9530dc9-d205-406c-bf54-f53e9700f743" providerId="ADAL" clId="{1C6B5CA6-C889-4DBA-9907-DC3349119EB3}" dt="2025-11-05T11:15:58.958" v="1876" actId="20577"/>
          <ac:spMkLst>
            <pc:docMk/>
            <pc:sldMk cId="2306416802" sldId="258"/>
            <ac:spMk id="3" creationId="{660B79A3-83FE-EB2A-CBAE-2D92A5D9A6CF}"/>
          </ac:spMkLst>
        </pc:spChg>
        <pc:spChg chg="add mod">
          <ac:chgData name="Ciprian Ionut Paduraru" userId="d9530dc9-d205-406c-bf54-f53e9700f743" providerId="ADAL" clId="{1C6B5CA6-C889-4DBA-9907-DC3349119EB3}" dt="2025-11-05T09:51:58.812" v="49"/>
          <ac:spMkLst>
            <pc:docMk/>
            <pc:sldMk cId="2306416802" sldId="258"/>
            <ac:spMk id="4" creationId="{29180791-C502-0488-9115-235556BEAAAE}"/>
          </ac:spMkLst>
        </pc:spChg>
      </pc:sldChg>
      <pc:sldChg chg="addSp delSp modSp new mod">
        <pc:chgData name="Ciprian Ionut Paduraru" userId="d9530dc9-d205-406c-bf54-f53e9700f743" providerId="ADAL" clId="{1C6B5CA6-C889-4DBA-9907-DC3349119EB3}" dt="2025-11-05T15:18:54.921" v="2874" actId="113"/>
        <pc:sldMkLst>
          <pc:docMk/>
          <pc:sldMk cId="381953215" sldId="259"/>
        </pc:sldMkLst>
        <pc:spChg chg="mod">
          <ac:chgData name="Ciprian Ionut Paduraru" userId="d9530dc9-d205-406c-bf54-f53e9700f743" providerId="ADAL" clId="{1C6B5CA6-C889-4DBA-9907-DC3349119EB3}" dt="2025-11-05T10:09:13.780" v="1231" actId="20577"/>
          <ac:spMkLst>
            <pc:docMk/>
            <pc:sldMk cId="381953215" sldId="259"/>
            <ac:spMk id="2" creationId="{8AD9581E-4A59-427A-F6D4-1FF0278F3D61}"/>
          </ac:spMkLst>
        </pc:spChg>
        <pc:spChg chg="mod">
          <ac:chgData name="Ciprian Ionut Paduraru" userId="d9530dc9-d205-406c-bf54-f53e9700f743" providerId="ADAL" clId="{1C6B5CA6-C889-4DBA-9907-DC3349119EB3}" dt="2025-11-05T15:18:54.921" v="2874" actId="113"/>
          <ac:spMkLst>
            <pc:docMk/>
            <pc:sldMk cId="381953215" sldId="259"/>
            <ac:spMk id="3" creationId="{2784B274-CFBA-1549-566A-665481374DBD}"/>
          </ac:spMkLst>
        </pc:spChg>
        <pc:spChg chg="add del">
          <ac:chgData name="Ciprian Ionut Paduraru" userId="d9530dc9-d205-406c-bf54-f53e9700f743" providerId="ADAL" clId="{1C6B5CA6-C889-4DBA-9907-DC3349119EB3}" dt="2025-11-05T09:56:34.815" v="312" actId="22"/>
          <ac:spMkLst>
            <pc:docMk/>
            <pc:sldMk cId="381953215" sldId="259"/>
            <ac:spMk id="5" creationId="{F6D04D9D-EADA-7D2C-295F-703AC8AF3726}"/>
          </ac:spMkLst>
        </pc:spChg>
      </pc:sldChg>
      <pc:sldChg chg="addSp delSp modSp add mod">
        <pc:chgData name="Ciprian Ionut Paduraru" userId="d9530dc9-d205-406c-bf54-f53e9700f743" providerId="ADAL" clId="{1C6B5CA6-C889-4DBA-9907-DC3349119EB3}" dt="2025-11-05T15:15:16.461" v="2542" actId="1037"/>
        <pc:sldMkLst>
          <pc:docMk/>
          <pc:sldMk cId="65748854" sldId="260"/>
        </pc:sldMkLst>
        <pc:spChg chg="del">
          <ac:chgData name="Ciprian Ionut Paduraru" userId="d9530dc9-d205-406c-bf54-f53e9700f743" providerId="ADAL" clId="{1C6B5CA6-C889-4DBA-9907-DC3349119EB3}" dt="2025-11-05T10:00:42.352" v="317" actId="478"/>
          <ac:spMkLst>
            <pc:docMk/>
            <pc:sldMk cId="65748854" sldId="260"/>
            <ac:spMk id="2" creationId="{0ECE4E9C-65F8-4857-9962-667BF229A391}"/>
          </ac:spMkLst>
        </pc:spChg>
        <pc:spChg chg="del mod">
          <ac:chgData name="Ciprian Ionut Paduraru" userId="d9530dc9-d205-406c-bf54-f53e9700f743" providerId="ADAL" clId="{1C6B5CA6-C889-4DBA-9907-DC3349119EB3}" dt="2025-11-05T11:16:11.236" v="1877" actId="478"/>
          <ac:spMkLst>
            <pc:docMk/>
            <pc:sldMk cId="65748854" sldId="260"/>
            <ac:spMk id="3" creationId="{01C02A9B-1E8B-F01F-F663-9A7ED4BDDE60}"/>
          </ac:spMkLst>
        </pc:spChg>
        <pc:spChg chg="add del mod">
          <ac:chgData name="Ciprian Ionut Paduraru" userId="d9530dc9-d205-406c-bf54-f53e9700f743" providerId="ADAL" clId="{1C6B5CA6-C889-4DBA-9907-DC3349119EB3}" dt="2025-11-05T10:00:44.656" v="318" actId="478"/>
          <ac:spMkLst>
            <pc:docMk/>
            <pc:sldMk cId="65748854" sldId="260"/>
            <ac:spMk id="5" creationId="{72CE8941-68DC-239B-5034-24FCC1F342D2}"/>
          </ac:spMkLst>
        </pc:spChg>
        <pc:spChg chg="add del">
          <ac:chgData name="Ciprian Ionut Paduraru" userId="d9530dc9-d205-406c-bf54-f53e9700f743" providerId="ADAL" clId="{1C6B5CA6-C889-4DBA-9907-DC3349119EB3}" dt="2025-11-05T11:16:12.267" v="1879" actId="22"/>
          <ac:spMkLst>
            <pc:docMk/>
            <pc:sldMk cId="65748854" sldId="260"/>
            <ac:spMk id="7" creationId="{F9163F80-C1CF-5ECC-ADBB-EBADA8E21219}"/>
          </ac:spMkLst>
        </pc:spChg>
        <pc:spChg chg="add mod">
          <ac:chgData name="Ciprian Ionut Paduraru" userId="d9530dc9-d205-406c-bf54-f53e9700f743" providerId="ADAL" clId="{1C6B5CA6-C889-4DBA-9907-DC3349119EB3}" dt="2025-11-05T11:17:01.091" v="1889" actId="1076"/>
          <ac:spMkLst>
            <pc:docMk/>
            <pc:sldMk cId="65748854" sldId="260"/>
            <ac:spMk id="8" creationId="{575DC1F4-B0B6-E9A3-6CAB-101677C04352}"/>
          </ac:spMkLst>
        </pc:spChg>
        <pc:spChg chg="add mod">
          <ac:chgData name="Ciprian Ionut Paduraru" userId="d9530dc9-d205-406c-bf54-f53e9700f743" providerId="ADAL" clId="{1C6B5CA6-C889-4DBA-9907-DC3349119EB3}" dt="2025-11-05T11:20:26.116" v="2149" actId="20577"/>
          <ac:spMkLst>
            <pc:docMk/>
            <pc:sldMk cId="65748854" sldId="260"/>
            <ac:spMk id="9" creationId="{BD20367C-BC04-2158-9762-33F2BEDCD5B3}"/>
          </ac:spMkLst>
        </pc:spChg>
        <pc:picChg chg="add mod">
          <ac:chgData name="Ciprian Ionut Paduraru" userId="d9530dc9-d205-406c-bf54-f53e9700f743" providerId="ADAL" clId="{1C6B5CA6-C889-4DBA-9907-DC3349119EB3}" dt="2025-11-05T15:15:16.461" v="2542" actId="1037"/>
          <ac:picMkLst>
            <pc:docMk/>
            <pc:sldMk cId="65748854" sldId="260"/>
            <ac:picMk id="1026" creationId="{9746F62B-61C7-17C1-871D-6975E21B106A}"/>
          </ac:picMkLst>
        </pc:picChg>
        <pc:picChg chg="add del mod">
          <ac:chgData name="Ciprian Ionut Paduraru" userId="d9530dc9-d205-406c-bf54-f53e9700f743" providerId="ADAL" clId="{1C6B5CA6-C889-4DBA-9907-DC3349119EB3}" dt="2025-11-05T15:15:02.957" v="2534" actId="478"/>
          <ac:picMkLst>
            <pc:docMk/>
            <pc:sldMk cId="65748854" sldId="260"/>
            <ac:picMk id="4098" creationId="{82965DED-4706-F45A-F48E-F40BE0780649}"/>
          </ac:picMkLst>
        </pc:picChg>
      </pc:sldChg>
      <pc:sldChg chg="addSp modSp new del mod">
        <pc:chgData name="Ciprian Ionut Paduraru" userId="d9530dc9-d205-406c-bf54-f53e9700f743" providerId="ADAL" clId="{1C6B5CA6-C889-4DBA-9907-DC3349119EB3}" dt="2025-11-05T10:29:36.695" v="1759" actId="47"/>
        <pc:sldMkLst>
          <pc:docMk/>
          <pc:sldMk cId="451312483" sldId="261"/>
        </pc:sldMkLst>
        <pc:spChg chg="mod">
          <ac:chgData name="Ciprian Ionut Paduraru" userId="d9530dc9-d205-406c-bf54-f53e9700f743" providerId="ADAL" clId="{1C6B5CA6-C889-4DBA-9907-DC3349119EB3}" dt="2025-11-05T10:10:16.453" v="1283" actId="20577"/>
          <ac:spMkLst>
            <pc:docMk/>
            <pc:sldMk cId="451312483" sldId="261"/>
            <ac:spMk id="2" creationId="{A0A5F475-3DCE-D721-0473-D663831805C5}"/>
          </ac:spMkLst>
        </pc:spChg>
        <pc:spChg chg="add">
          <ac:chgData name="Ciprian Ionut Paduraru" userId="d9530dc9-d205-406c-bf54-f53e9700f743" providerId="ADAL" clId="{1C6B5CA6-C889-4DBA-9907-DC3349119EB3}" dt="2025-11-05T10:09:49.596" v="1233"/>
          <ac:spMkLst>
            <pc:docMk/>
            <pc:sldMk cId="451312483" sldId="261"/>
            <ac:spMk id="4" creationId="{5AD472B6-FCB5-9F97-360B-370C733CC35B}"/>
          </ac:spMkLst>
        </pc:spChg>
      </pc:sldChg>
      <pc:sldChg chg="addSp modSp new mod">
        <pc:chgData name="Ciprian Ionut Paduraru" userId="d9530dc9-d205-406c-bf54-f53e9700f743" providerId="ADAL" clId="{1C6B5CA6-C889-4DBA-9907-DC3349119EB3}" dt="2025-11-05T10:17:55.063" v="1590" actId="1076"/>
        <pc:sldMkLst>
          <pc:docMk/>
          <pc:sldMk cId="4118916012" sldId="262"/>
        </pc:sldMkLst>
        <pc:spChg chg="mod">
          <ac:chgData name="Ciprian Ionut Paduraru" userId="d9530dc9-d205-406c-bf54-f53e9700f743" providerId="ADAL" clId="{1C6B5CA6-C889-4DBA-9907-DC3349119EB3}" dt="2025-11-05T10:12:12.835" v="1313" actId="20577"/>
          <ac:spMkLst>
            <pc:docMk/>
            <pc:sldMk cId="4118916012" sldId="262"/>
            <ac:spMk id="2" creationId="{CB46420E-8AF7-367A-1DC7-82F038BA9FE1}"/>
          </ac:spMkLst>
        </pc:spChg>
        <pc:spChg chg="mod">
          <ac:chgData name="Ciprian Ionut Paduraru" userId="d9530dc9-d205-406c-bf54-f53e9700f743" providerId="ADAL" clId="{1C6B5CA6-C889-4DBA-9907-DC3349119EB3}" dt="2025-11-05T10:17:49.904" v="1588" actId="20577"/>
          <ac:spMkLst>
            <pc:docMk/>
            <pc:sldMk cId="4118916012" sldId="262"/>
            <ac:spMk id="3" creationId="{C1DCC493-1A10-E11A-6336-A5A2B9D94105}"/>
          </ac:spMkLst>
        </pc:spChg>
        <pc:spChg chg="add">
          <ac:chgData name="Ciprian Ionut Paduraru" userId="d9530dc9-d205-406c-bf54-f53e9700f743" providerId="ADAL" clId="{1C6B5CA6-C889-4DBA-9907-DC3349119EB3}" dt="2025-11-05T10:12:19.811" v="1315"/>
          <ac:spMkLst>
            <pc:docMk/>
            <pc:sldMk cId="4118916012" sldId="262"/>
            <ac:spMk id="4" creationId="{A7266FE6-F28D-D860-B7B4-0274C8CCF990}"/>
          </ac:spMkLst>
        </pc:spChg>
        <pc:graphicFrameChg chg="add mod">
          <ac:chgData name="Ciprian Ionut Paduraru" userId="d9530dc9-d205-406c-bf54-f53e9700f743" providerId="ADAL" clId="{1C6B5CA6-C889-4DBA-9907-DC3349119EB3}" dt="2025-11-05T10:17:55.063" v="1590" actId="1076"/>
          <ac:graphicFrameMkLst>
            <pc:docMk/>
            <pc:sldMk cId="4118916012" sldId="262"/>
            <ac:graphicFrameMk id="10" creationId="{663690AA-9061-9CDF-96DE-1B9053BDDA85}"/>
          </ac:graphicFrameMkLst>
        </pc:graphicFrameChg>
      </pc:sldChg>
      <pc:sldChg chg="modSp add mod">
        <pc:chgData name="Ciprian Ionut Paduraru" userId="d9530dc9-d205-406c-bf54-f53e9700f743" providerId="ADAL" clId="{1C6B5CA6-C889-4DBA-9907-DC3349119EB3}" dt="2025-11-05T15:18:38.165" v="2869" actId="113"/>
        <pc:sldMkLst>
          <pc:docMk/>
          <pc:sldMk cId="0" sldId="263"/>
        </pc:sldMkLst>
        <pc:spChg chg="mod">
          <ac:chgData name="Ciprian Ionut Paduraru" userId="d9530dc9-d205-406c-bf54-f53e9700f743" providerId="ADAL" clId="{1C6B5CA6-C889-4DBA-9907-DC3349119EB3}" dt="2025-11-05T15:18:38.165" v="2869" actId="113"/>
          <ac:spMkLst>
            <pc:docMk/>
            <pc:sldMk cId="0" sldId="263"/>
            <ac:spMk id="3" creationId="{00000000-0000-0000-0000-000000000000}"/>
          </ac:spMkLst>
        </pc:spChg>
        <pc:spChg chg="mod">
          <ac:chgData name="Ciprian Ionut Paduraru" userId="d9530dc9-d205-406c-bf54-f53e9700f743" providerId="ADAL" clId="{1C6B5CA6-C889-4DBA-9907-DC3349119EB3}" dt="2025-11-05T15:18:26.358" v="2862" actId="27636"/>
          <ac:spMkLst>
            <pc:docMk/>
            <pc:sldMk cId="0" sldId="263"/>
            <ac:spMk id="4" creationId="{00000000-0000-0000-0000-000000000000}"/>
          </ac:spMkLst>
        </pc:spChg>
      </pc:sldChg>
      <pc:sldChg chg="addSp delSp modSp new mod">
        <pc:chgData name="Ciprian Ionut Paduraru" userId="d9530dc9-d205-406c-bf54-f53e9700f743" providerId="ADAL" clId="{1C6B5CA6-C889-4DBA-9907-DC3349119EB3}" dt="2025-11-05T11:23:50.446" v="2225" actId="20577"/>
        <pc:sldMkLst>
          <pc:docMk/>
          <pc:sldMk cId="346438097" sldId="264"/>
        </pc:sldMkLst>
        <pc:spChg chg="mod">
          <ac:chgData name="Ciprian Ionut Paduraru" userId="d9530dc9-d205-406c-bf54-f53e9700f743" providerId="ADAL" clId="{1C6B5CA6-C889-4DBA-9907-DC3349119EB3}" dt="2025-11-05T11:23:50.446" v="2225" actId="20577"/>
          <ac:spMkLst>
            <pc:docMk/>
            <pc:sldMk cId="346438097" sldId="264"/>
            <ac:spMk id="2" creationId="{9646D65D-BA22-2DEB-0801-6F97433B1799}"/>
          </ac:spMkLst>
        </pc:spChg>
        <pc:spChg chg="del">
          <ac:chgData name="Ciprian Ionut Paduraru" userId="d9530dc9-d205-406c-bf54-f53e9700f743" providerId="ADAL" clId="{1C6B5CA6-C889-4DBA-9907-DC3349119EB3}" dt="2025-11-05T11:20:54.722" v="2170" actId="478"/>
          <ac:spMkLst>
            <pc:docMk/>
            <pc:sldMk cId="346438097" sldId="264"/>
            <ac:spMk id="3" creationId="{A0A80D2A-CDB7-0EEC-CE67-5BB1A55B7B95}"/>
          </ac:spMkLst>
        </pc:spChg>
        <pc:picChg chg="add mod">
          <ac:chgData name="Ciprian Ionut Paduraru" userId="d9530dc9-d205-406c-bf54-f53e9700f743" providerId="ADAL" clId="{1C6B5CA6-C889-4DBA-9907-DC3349119EB3}" dt="2025-11-05T11:23:35.904" v="2177" actId="1076"/>
          <ac:picMkLst>
            <pc:docMk/>
            <pc:sldMk cId="346438097" sldId="264"/>
            <ac:picMk id="5122" creationId="{E933202F-9977-3BF4-F187-656601C234BA}"/>
          </ac:picMkLst>
        </pc:picChg>
      </pc:sldChg>
      <pc:sldChg chg="addSp delSp modSp new mod">
        <pc:chgData name="Ciprian Ionut Paduraru" userId="d9530dc9-d205-406c-bf54-f53e9700f743" providerId="ADAL" clId="{1C6B5CA6-C889-4DBA-9907-DC3349119EB3}" dt="2025-11-05T15:15:53.894" v="2550" actId="1076"/>
        <pc:sldMkLst>
          <pc:docMk/>
          <pc:sldMk cId="2274555099" sldId="265"/>
        </pc:sldMkLst>
        <pc:spChg chg="mod">
          <ac:chgData name="Ciprian Ionut Paduraru" userId="d9530dc9-d205-406c-bf54-f53e9700f743" providerId="ADAL" clId="{1C6B5CA6-C889-4DBA-9907-DC3349119EB3}" dt="2025-11-05T11:24:02.121" v="2267" actId="20577"/>
          <ac:spMkLst>
            <pc:docMk/>
            <pc:sldMk cId="2274555099" sldId="265"/>
            <ac:spMk id="2" creationId="{D0B99DCF-9E85-1DA0-2915-31E312516BE2}"/>
          </ac:spMkLst>
        </pc:spChg>
        <pc:spChg chg="del">
          <ac:chgData name="Ciprian Ionut Paduraru" userId="d9530dc9-d205-406c-bf54-f53e9700f743" providerId="ADAL" clId="{1C6B5CA6-C889-4DBA-9907-DC3349119EB3}" dt="2025-11-05T11:24:05.428" v="2268" actId="478"/>
          <ac:spMkLst>
            <pc:docMk/>
            <pc:sldMk cId="2274555099" sldId="265"/>
            <ac:spMk id="3" creationId="{2139A6FC-07CC-A0FC-C297-8E82D31CFA94}"/>
          </ac:spMkLst>
        </pc:spChg>
        <pc:spChg chg="add del">
          <ac:chgData name="Ciprian Ionut Paduraru" userId="d9530dc9-d205-406c-bf54-f53e9700f743" providerId="ADAL" clId="{1C6B5CA6-C889-4DBA-9907-DC3349119EB3}" dt="2025-11-05T15:15:38.135" v="2545" actId="22"/>
          <ac:spMkLst>
            <pc:docMk/>
            <pc:sldMk cId="2274555099" sldId="265"/>
            <ac:spMk id="5" creationId="{7D877E53-FC6D-C070-5FDA-DD9A1872B676}"/>
          </ac:spMkLst>
        </pc:spChg>
        <pc:picChg chg="add del mod">
          <ac:chgData name="Ciprian Ionut Paduraru" userId="d9530dc9-d205-406c-bf54-f53e9700f743" providerId="ADAL" clId="{1C6B5CA6-C889-4DBA-9907-DC3349119EB3}" dt="2025-11-05T15:15:22.625" v="2543" actId="478"/>
          <ac:picMkLst>
            <pc:docMk/>
            <pc:sldMk cId="2274555099" sldId="265"/>
            <ac:picMk id="4" creationId="{D82F161B-DB73-5FF2-A7EA-0AF87A4308E5}"/>
          </ac:picMkLst>
        </pc:picChg>
        <pc:picChg chg="add mod">
          <ac:chgData name="Ciprian Ionut Paduraru" userId="d9530dc9-d205-406c-bf54-f53e9700f743" providerId="ADAL" clId="{1C6B5CA6-C889-4DBA-9907-DC3349119EB3}" dt="2025-11-05T15:15:53.894" v="2550" actId="1076"/>
          <ac:picMkLst>
            <pc:docMk/>
            <pc:sldMk cId="2274555099" sldId="265"/>
            <ac:picMk id="2050" creationId="{3008CE3D-EAF0-5306-F1DE-DB85F0FD694B}"/>
          </ac:picMkLst>
        </pc:picChg>
        <pc:picChg chg="add mod">
          <ac:chgData name="Ciprian Ionut Paduraru" userId="d9530dc9-d205-406c-bf54-f53e9700f743" providerId="ADAL" clId="{1C6B5CA6-C889-4DBA-9907-DC3349119EB3}" dt="2025-11-05T11:25:37.244" v="2278" actId="1076"/>
          <ac:picMkLst>
            <pc:docMk/>
            <pc:sldMk cId="2274555099" sldId="265"/>
            <ac:picMk id="6146" creationId="{7D8609BF-567B-0835-598B-3DB89E27A0C8}"/>
          </ac:picMkLst>
        </pc:picChg>
        <pc:picChg chg="add mod">
          <ac:chgData name="Ciprian Ionut Paduraru" userId="d9530dc9-d205-406c-bf54-f53e9700f743" providerId="ADAL" clId="{1C6B5CA6-C889-4DBA-9907-DC3349119EB3}" dt="2025-11-05T11:26:03.889" v="2287" actId="1076"/>
          <ac:picMkLst>
            <pc:docMk/>
            <pc:sldMk cId="2274555099" sldId="265"/>
            <ac:picMk id="6148" creationId="{31820330-70AA-594E-8D04-CB2F5B146AB8}"/>
          </ac:picMkLst>
        </pc:picChg>
      </pc:sldChg>
      <pc:sldChg chg="addSp delSp modSp new mod">
        <pc:chgData name="Ciprian Ionut Paduraru" userId="d9530dc9-d205-406c-bf54-f53e9700f743" providerId="ADAL" clId="{1C6B5CA6-C889-4DBA-9907-DC3349119EB3}" dt="2025-11-05T11:53:19.027" v="2533" actId="207"/>
        <pc:sldMkLst>
          <pc:docMk/>
          <pc:sldMk cId="1827695961" sldId="266"/>
        </pc:sldMkLst>
        <pc:spChg chg="mod">
          <ac:chgData name="Ciprian Ionut Paduraru" userId="d9530dc9-d205-406c-bf54-f53e9700f743" providerId="ADAL" clId="{1C6B5CA6-C889-4DBA-9907-DC3349119EB3}" dt="2025-11-05T11:34:29.819" v="2289"/>
          <ac:spMkLst>
            <pc:docMk/>
            <pc:sldMk cId="1827695961" sldId="266"/>
            <ac:spMk id="2" creationId="{4A434C5D-3140-DC2A-F747-5777B8B42D5A}"/>
          </ac:spMkLst>
        </pc:spChg>
        <pc:spChg chg="del">
          <ac:chgData name="Ciprian Ionut Paduraru" userId="d9530dc9-d205-406c-bf54-f53e9700f743" providerId="ADAL" clId="{1C6B5CA6-C889-4DBA-9907-DC3349119EB3}" dt="2025-11-05T11:52:13.558" v="2515" actId="478"/>
          <ac:spMkLst>
            <pc:docMk/>
            <pc:sldMk cId="1827695961" sldId="266"/>
            <ac:spMk id="3" creationId="{8C217937-B8F3-E08C-BCE1-DCB799507B36}"/>
          </ac:spMkLst>
        </pc:spChg>
        <pc:spChg chg="add mod">
          <ac:chgData name="Ciprian Ionut Paduraru" userId="d9530dc9-d205-406c-bf54-f53e9700f743" providerId="ADAL" clId="{1C6B5CA6-C889-4DBA-9907-DC3349119EB3}" dt="2025-11-05T11:52:42.307" v="2524" actId="1076"/>
          <ac:spMkLst>
            <pc:docMk/>
            <pc:sldMk cId="1827695961" sldId="266"/>
            <ac:spMk id="4" creationId="{4C427162-C8C7-0558-36C6-DD96A7EA7BCA}"/>
          </ac:spMkLst>
        </pc:spChg>
        <pc:spChg chg="add mod">
          <ac:chgData name="Ciprian Ionut Paduraru" userId="d9530dc9-d205-406c-bf54-f53e9700f743" providerId="ADAL" clId="{1C6B5CA6-C889-4DBA-9907-DC3349119EB3}" dt="2025-11-05T11:52:57.462" v="2525" actId="1076"/>
          <ac:spMkLst>
            <pc:docMk/>
            <pc:sldMk cId="1827695961" sldId="266"/>
            <ac:spMk id="5" creationId="{A20D90A9-69E5-5EB2-C4AF-3C0277A48D52}"/>
          </ac:spMkLst>
        </pc:spChg>
        <pc:spChg chg="add mod">
          <ac:chgData name="Ciprian Ionut Paduraru" userId="d9530dc9-d205-406c-bf54-f53e9700f743" providerId="ADAL" clId="{1C6B5CA6-C889-4DBA-9907-DC3349119EB3}" dt="2025-11-05T11:53:19.027" v="2533" actId="207"/>
          <ac:spMkLst>
            <pc:docMk/>
            <pc:sldMk cId="1827695961" sldId="266"/>
            <ac:spMk id="7" creationId="{4B7C11A6-F4F1-21A9-08EA-4AE2D1911E1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DF8C4-641C-840E-608D-047A2CCC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091D4B-1C53-2C5D-D7CB-DD7CAEDFAB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7AE4B-EFA2-C246-F51A-0ABE39F96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E1C7-3285-4976-A085-C02F648CF5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E558-64C2-31CE-B9A2-EDE4A4B4E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4EEC6-B8F2-8B8E-62B9-E76DA939E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1F49D-C551-47E8-BD64-D2C534218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951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FE8A1-6E3F-571F-B59D-21FBE7152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F6F83-7A75-7D6B-BA8F-D78675C70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CA2B1-309C-DABB-A76F-DAD197E33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E1C7-3285-4976-A085-C02F648CF5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5C6F9-928B-6FE0-7E05-206DCA665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A37A4-0156-552C-1C2B-67611A2F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1F49D-C551-47E8-BD64-D2C534218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132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5677D-DA32-971A-2291-8BD0C0795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66F95-EFDE-3996-D12F-89B6EBA06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D7156-19B4-88AF-3F52-E717EAB41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E1C7-3285-4976-A085-C02F648CF5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F92B0-C8EF-1C3D-ACDE-DD976BC4F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A7AC-C4E0-A954-6BE0-B27D93CCF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1F49D-C551-47E8-BD64-D2C534218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859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A6645-B2CD-EB7C-6E1F-E859DAFF2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5457A-8D1D-4E0B-0740-A0524D7664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C30810-F53D-5664-DF48-D1F9A1F94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33655-5239-C8B8-4F6C-41033D668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E1C7-3285-4976-A085-C02F648CF5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6347B-61DF-F8BD-6227-953DCE123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DACA7D-C4B9-DBA7-08F1-435099B3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1F49D-C551-47E8-BD64-D2C534218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000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61C4F-02CC-FE34-8735-AEB12D046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50FD80-4E7D-65CC-7093-702D29F86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C47786-89D1-69E7-E034-0107D03C7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004FC2-ADC9-D790-CC5D-84490AACA1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05D43A-8FFE-CFCD-EB63-9954B9CC1B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50211E-FEFC-3DF3-5456-783058609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E1C7-3285-4976-A085-C02F648CF5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0AB630-45FC-34D9-D3A7-3EF9D0564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F722CE-9C7D-3E85-2E53-BF6BC8506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1F49D-C551-47E8-BD64-D2C534218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274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3E3F8-CF2C-5303-C97A-F9D4063FF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54F9DD-C24B-DDC9-B8C2-A737CEA2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E1C7-3285-4976-A085-C02F648CF5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76DB1C-93F2-C0B3-F455-29AA813F7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6401B7-EB52-3969-9C7C-A782E6993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1F49D-C551-47E8-BD64-D2C534218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178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5C0CD8-F037-88A3-A37B-5F037D192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E1C7-3285-4976-A085-C02F648CF5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F75C78-F868-8884-D5D0-A6EE57814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CBB49-9B72-3175-3FB6-6B2441B8C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1F49D-C551-47E8-BD64-D2C534218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251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5F423-FADA-1F42-7169-D4E84F959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95AE7-70C5-E102-1D0B-FDFC897AF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705072-5D53-5BCF-4369-70AAF404B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87AF4E-AC98-0996-1E4F-02CD585C4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E1C7-3285-4976-A085-C02F648CF5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C7B90F-EC81-348B-79E5-5691BBB58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52CADE-4E21-CF47-765E-A1A14F467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1F49D-C551-47E8-BD64-D2C534218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7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4063B-C712-EDB3-5AC3-6BEAB49C2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F1ACDB-B24A-75E3-B735-0DDA04F273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DD8DFA-7CFE-C5E9-148D-AABA897C2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33F2E-89D2-0FE6-3F0A-C90592E51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E1C7-3285-4976-A085-C02F648CF5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04EE9-C445-C0CE-D455-CE6F5D7AE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EB3AF2-B54E-2692-C136-ED72A9A39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1F49D-C551-47E8-BD64-D2C534218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96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966B9-D0F7-E9D8-ADDA-60D69DAAE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2A547-B0B7-FE50-704A-E8BC5D8A7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A914F-6B4F-21F7-79BD-DF792DA24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E1C7-3285-4976-A085-C02F648CF5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86636-6632-8A43-4081-85E983ED3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95987-776C-EDE0-074E-892548549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1F49D-C551-47E8-BD64-D2C534218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838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0E5C28-68A1-BCBD-1066-996997B906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54FD8-9A40-EC08-97BB-5F673B40C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38226-6C21-4C22-9B3B-2BF4A29BD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E1C7-3285-4976-A085-C02F648CF5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A009E-1D15-8040-734E-E678BAA51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BDA0A-2028-CB22-1A2A-1273A3F2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1F49D-C551-47E8-BD64-D2C534218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392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30DEF2-EA56-C353-DE1E-F9293D689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B6896-9C12-D496-E235-92CF7A18D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5C7E2-ADB9-20E8-0FD8-4CF154B710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52E1C7-3285-4976-A085-C02F648CF5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FFBEF-F95E-88EB-F93F-0AC154BB9F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EF2CF-716E-09F8-5346-8D40936E6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1F49D-C551-47E8-BD64-D2C534218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462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unibuc-cs/AI-for-public-administration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88B9A-1F17-9533-8FEC-22F612E71B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Agentic AI in public administration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72A9-4F95-DD4B-6312-3738AA5836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41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D43DF-BB31-3421-BC06-C9D332163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B79A3-83FE-EB2A-CBAE-2D92A5D9A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Build an agentic assistant for Romanian e-gov scenarios</a:t>
            </a:r>
          </a:p>
          <a:p>
            <a:endParaRPr lang="en-GB" dirty="0"/>
          </a:p>
          <a:p>
            <a:r>
              <a:rPr lang="en-GB" dirty="0"/>
              <a:t>Demo: </a:t>
            </a:r>
            <a:r>
              <a:rPr lang="en-US" dirty="0"/>
              <a:t>Support at least 2 flows: </a:t>
            </a:r>
            <a:r>
              <a:rPr lang="en-US" b="1" dirty="0"/>
              <a:t>Carte de </a:t>
            </a:r>
            <a:r>
              <a:rPr lang="en-US" b="1" dirty="0" err="1"/>
              <a:t>identitate</a:t>
            </a:r>
            <a:r>
              <a:rPr lang="en-US" b="1" dirty="0"/>
              <a:t> (CI)</a:t>
            </a:r>
            <a:r>
              <a:rPr lang="en-US" dirty="0"/>
              <a:t> and </a:t>
            </a:r>
            <a:r>
              <a:rPr lang="en-US" b="1" dirty="0" err="1"/>
              <a:t>Ajutor</a:t>
            </a:r>
            <a:r>
              <a:rPr lang="en-US" b="1" dirty="0"/>
              <a:t> social </a:t>
            </a:r>
          </a:p>
          <a:p>
            <a:endParaRPr lang="en-US" b="1" dirty="0"/>
          </a:p>
          <a:p>
            <a:r>
              <a:rPr lang="en-GB" dirty="0"/>
              <a:t>Keep human-in-the-loop and reuse the same agents, chat widgets for a unified interface.</a:t>
            </a:r>
          </a:p>
          <a:p>
            <a:endParaRPr lang="en-GB" dirty="0"/>
          </a:p>
          <a:p>
            <a:r>
              <a:rPr lang="en-GB" dirty="0"/>
              <a:t>Reuse existing national APIs, systems – just add LLMs and agents on top.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416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581E-4A59-427A-F6D4-1FF0278F3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Agentic architecture: A2A (Agent-To-Agent)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4B274-CFBA-1549-566A-665481374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75622" cy="4518731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b="1" dirty="0"/>
              <a:t> Entry / Intent Agent</a:t>
            </a:r>
            <a:r>
              <a:rPr lang="en-GB" dirty="0"/>
              <a:t>  Human/Operator prompts → talks to LLM → decides domain, which agent to call next.</a:t>
            </a:r>
          </a:p>
          <a:p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b="1" dirty="0"/>
              <a:t>Domain agents</a:t>
            </a:r>
            <a:r>
              <a:rPr lang="en-GB" dirty="0"/>
              <a:t>:</a:t>
            </a:r>
          </a:p>
          <a:p>
            <a:pPr lvl="1"/>
            <a:r>
              <a:rPr lang="en-GB" sz="2800" dirty="0"/>
              <a:t>CI Agent</a:t>
            </a:r>
          </a:p>
          <a:p>
            <a:pPr lvl="1"/>
            <a:r>
              <a:rPr lang="en-GB" sz="2800" dirty="0"/>
              <a:t>Social Aid Agent</a:t>
            </a:r>
          </a:p>
          <a:p>
            <a:pPr lvl="1"/>
            <a:r>
              <a:rPr lang="en-GB" sz="2800" dirty="0"/>
              <a:t>Other use-cases outside the demo ..</a:t>
            </a:r>
          </a:p>
          <a:p>
            <a:pPr lvl="1"/>
            <a:endParaRPr lang="en-GB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Shared service agents</a:t>
            </a:r>
            <a:r>
              <a:rPr lang="en-US" dirty="0"/>
              <a:t>:</a:t>
            </a:r>
            <a:endParaRPr lang="en-GB" dirty="0"/>
          </a:p>
          <a:p>
            <a:pPr lvl="1"/>
            <a:r>
              <a:rPr lang="en-GB" sz="2800" dirty="0"/>
              <a:t>Doc Intake Agent: OCR → canonical docs</a:t>
            </a:r>
          </a:p>
          <a:p>
            <a:pPr lvl="1"/>
            <a:r>
              <a:rPr lang="en-GB" sz="2800" dirty="0"/>
              <a:t>Scheduling Agent</a:t>
            </a:r>
          </a:p>
          <a:p>
            <a:pPr lvl="1"/>
            <a:r>
              <a:rPr lang="en-US" sz="2900" dirty="0"/>
              <a:t>Case Agent</a:t>
            </a:r>
          </a:p>
          <a:p>
            <a:pPr lvl="1"/>
            <a:r>
              <a:rPr lang="en-GB" sz="2900" dirty="0"/>
              <a:t>Operator Agent (the public administration operator)</a:t>
            </a:r>
          </a:p>
          <a:p>
            <a:pPr lvl="1"/>
            <a:r>
              <a:rPr lang="en-US" sz="3200" dirty="0"/>
              <a:t>Knowledge Agents</a:t>
            </a:r>
            <a:endParaRPr lang="en-GB" sz="2900" dirty="0"/>
          </a:p>
          <a:p>
            <a:pPr lvl="1"/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UI works as follows: it gets a sequence of steps to update panels in real time from the Agentic AI system.</a:t>
            </a:r>
          </a:p>
          <a:p>
            <a:endParaRPr lang="en-GB" sz="3200" dirty="0"/>
          </a:p>
          <a:p>
            <a:pPr lvl="1"/>
            <a:endParaRPr lang="en-GB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53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Agents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893226"/>
          </a:xfrm>
        </p:spPr>
        <p:txBody>
          <a:bodyPr>
            <a:normAutofit fontScale="70000" lnSpcReduction="20000"/>
          </a:bodyPr>
          <a:lstStyle/>
          <a:p>
            <a:pPr>
              <a:spcAft>
                <a:spcPts val="200"/>
              </a:spcAft>
              <a:defRPr sz="2000" b="1"/>
            </a:pPr>
            <a:r>
              <a:rPr dirty="0"/>
              <a:t>Entry Agent</a:t>
            </a:r>
          </a:p>
          <a:p>
            <a:pPr lvl="1">
              <a:defRPr sz="1400"/>
            </a:pPr>
            <a:r>
              <a:rPr sz="2000" dirty="0"/>
              <a:t>calls LLM to classify Romanian user message</a:t>
            </a:r>
          </a:p>
          <a:p>
            <a:pPr lvl="1">
              <a:defRPr sz="1400"/>
            </a:pPr>
            <a:r>
              <a:rPr sz="2000" dirty="0"/>
              <a:t>extracts entities (CNP, </a:t>
            </a:r>
            <a:r>
              <a:rPr sz="2000" dirty="0" err="1"/>
              <a:t>slot_id</a:t>
            </a:r>
            <a:r>
              <a:rPr sz="2000" dirty="0"/>
              <a:t>, email)</a:t>
            </a:r>
          </a:p>
          <a:p>
            <a:pPr lvl="1">
              <a:defRPr sz="1400"/>
            </a:pPr>
            <a:r>
              <a:rPr sz="2000" dirty="0"/>
              <a:t>routes to the right agent</a:t>
            </a:r>
            <a:endParaRPr lang="en-US" sz="2000" dirty="0"/>
          </a:p>
          <a:p>
            <a:pPr lvl="1">
              <a:defRPr sz="1400"/>
            </a:pPr>
            <a:endParaRPr dirty="0"/>
          </a:p>
          <a:p>
            <a:pPr>
              <a:spcAft>
                <a:spcPts val="200"/>
              </a:spcAft>
              <a:defRPr sz="2000" b="1"/>
            </a:pPr>
            <a:r>
              <a:rPr dirty="0"/>
              <a:t>CI Agent</a:t>
            </a:r>
          </a:p>
          <a:p>
            <a:pPr lvl="1">
              <a:defRPr sz="1400"/>
            </a:pPr>
            <a:r>
              <a:rPr lang="en-US" sz="2000" dirty="0"/>
              <a:t>Handles the “</a:t>
            </a:r>
            <a:r>
              <a:rPr lang="en-US" sz="2000" dirty="0">
                <a:solidFill>
                  <a:srgbClr val="FF0000"/>
                </a:solidFill>
              </a:rPr>
              <a:t>C</a:t>
            </a:r>
            <a:r>
              <a:rPr lang="en-US" sz="2000" dirty="0"/>
              <a:t>arte de </a:t>
            </a:r>
            <a:r>
              <a:rPr lang="en-US" sz="2000" dirty="0" err="1">
                <a:solidFill>
                  <a:srgbClr val="FF0000"/>
                </a:solidFill>
              </a:rPr>
              <a:t>i</a:t>
            </a:r>
            <a:r>
              <a:rPr lang="en-US" sz="2000" dirty="0" err="1"/>
              <a:t>dentitate</a:t>
            </a:r>
            <a:r>
              <a:rPr lang="en-US" sz="2000" dirty="0"/>
              <a:t>” case  </a:t>
            </a:r>
            <a:r>
              <a:rPr sz="2000" dirty="0"/>
              <a:t>decides </a:t>
            </a:r>
            <a:r>
              <a:rPr lang="en-US" sz="2000" dirty="0"/>
              <a:t>the eligibility, etc.</a:t>
            </a:r>
            <a:endParaRPr sz="2000" dirty="0"/>
          </a:p>
          <a:p>
            <a:pPr lvl="1">
              <a:defRPr sz="1400"/>
            </a:pPr>
            <a:r>
              <a:rPr lang="en-US" sz="2000" dirty="0"/>
              <a:t>Handles requirements,</a:t>
            </a:r>
            <a:r>
              <a:rPr sz="2000" dirty="0"/>
              <a:t> missing documents</a:t>
            </a:r>
            <a:r>
              <a:rPr lang="en-US" sz="2000" dirty="0"/>
              <a:t>, with user in the loop.</a:t>
            </a:r>
            <a:endParaRPr sz="2000" dirty="0"/>
          </a:p>
          <a:p>
            <a:pPr lvl="1">
              <a:defRPr sz="1400"/>
            </a:pPr>
            <a:r>
              <a:rPr lang="en-US" sz="2000" dirty="0"/>
              <a:t>Speaks with the</a:t>
            </a:r>
            <a:r>
              <a:rPr sz="2000" dirty="0"/>
              <a:t> Scheduling Agent </a:t>
            </a:r>
            <a:r>
              <a:rPr lang="en-US" sz="2000" dirty="0"/>
              <a:t>for finding a schedule.</a:t>
            </a:r>
            <a:endParaRPr sz="2000" dirty="0"/>
          </a:p>
          <a:p>
            <a:pPr>
              <a:spcAft>
                <a:spcPts val="600"/>
              </a:spcAft>
            </a:pPr>
            <a:endParaRPr dirty="0"/>
          </a:p>
          <a:p>
            <a:pPr>
              <a:spcAft>
                <a:spcPts val="200"/>
              </a:spcAft>
              <a:defRPr sz="2000" b="1"/>
            </a:pPr>
            <a:r>
              <a:rPr dirty="0"/>
              <a:t>Social Aid Agent</a:t>
            </a:r>
          </a:p>
          <a:p>
            <a:pPr lvl="1">
              <a:defRPr sz="1400"/>
            </a:pPr>
            <a:r>
              <a:rPr lang="en-US" sz="1800" dirty="0"/>
              <a:t>Handles the Social Aid cases</a:t>
            </a:r>
            <a:endParaRPr sz="1800" dirty="0"/>
          </a:p>
          <a:p>
            <a:pPr lvl="1">
              <a:defRPr sz="1400"/>
            </a:pPr>
            <a:r>
              <a:rPr sz="1800" dirty="0"/>
              <a:t>checks social-specific documents</a:t>
            </a:r>
            <a:r>
              <a:rPr lang="en-US" sz="1800" dirty="0"/>
              <a:t>, if all the eligibility conditions are met.</a:t>
            </a:r>
            <a:endParaRPr sz="1800" dirty="0"/>
          </a:p>
          <a:p>
            <a:pPr lvl="1">
              <a:defRPr sz="1400"/>
            </a:pPr>
            <a:r>
              <a:rPr sz="1800" dirty="0"/>
              <a:t>uses local </a:t>
            </a:r>
            <a:r>
              <a:rPr lang="en-US" sz="1800" dirty="0"/>
              <a:t>regulations of the city where the user lives.</a:t>
            </a:r>
          </a:p>
          <a:p>
            <a:pPr lvl="1">
              <a:defRPr sz="1400"/>
            </a:pPr>
            <a:endParaRPr lang="en-US" sz="1500" dirty="0"/>
          </a:p>
          <a:p>
            <a:pPr>
              <a:defRPr sz="1400"/>
            </a:pPr>
            <a:r>
              <a:rPr lang="en-US" sz="1900" b="1" dirty="0"/>
              <a:t>Knowledge Agents</a:t>
            </a:r>
          </a:p>
          <a:p>
            <a:pPr lvl="1">
              <a:defRPr sz="1400"/>
            </a:pPr>
            <a:r>
              <a:rPr lang="en-US" sz="1800" u="sng" dirty="0">
                <a:solidFill>
                  <a:srgbClr val="002060"/>
                </a:solidFill>
              </a:rPr>
              <a:t>ai-aflat.ro </a:t>
            </a:r>
            <a:r>
              <a:rPr lang="en-US" sz="1800" dirty="0"/>
              <a:t>– API to query national laws knowledge</a:t>
            </a:r>
          </a:p>
          <a:p>
            <a:pPr lvl="1">
              <a:defRPr sz="1400"/>
            </a:pPr>
            <a:r>
              <a:rPr lang="en-US" sz="1800" dirty="0"/>
              <a:t>Local city hall / government /</a:t>
            </a:r>
            <a:r>
              <a:rPr lang="en-US" sz="1800" dirty="0" err="1"/>
              <a:t>etc</a:t>
            </a:r>
            <a:r>
              <a:rPr lang="en-US" sz="1800" dirty="0"/>
              <a:t> resources by API or static documents handled by RAG</a:t>
            </a:r>
            <a:endParaRPr sz="1800" dirty="0"/>
          </a:p>
          <a:p>
            <a:pPr>
              <a:spcAft>
                <a:spcPts val="600"/>
              </a:spcAft>
            </a:pP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21640"/>
            <a:ext cx="5181600" cy="6297211"/>
          </a:xfrm>
        </p:spPr>
        <p:txBody>
          <a:bodyPr>
            <a:normAutofit fontScale="70000" lnSpcReduction="20000"/>
          </a:bodyPr>
          <a:lstStyle/>
          <a:p>
            <a:pPr>
              <a:spcAft>
                <a:spcPts val="200"/>
              </a:spcAft>
              <a:defRPr sz="2000" b="1"/>
            </a:pPr>
            <a:r>
              <a:rPr dirty="0"/>
              <a:t>Doc Intake Agent</a:t>
            </a:r>
          </a:p>
          <a:p>
            <a:pPr lvl="1">
              <a:defRPr sz="1400"/>
            </a:pPr>
            <a:r>
              <a:rPr sz="1500" dirty="0"/>
              <a:t>reads </a:t>
            </a:r>
            <a:r>
              <a:rPr lang="en-US" sz="1500" dirty="0"/>
              <a:t>uploaded documents through discussion with the users (both people and gov operators).</a:t>
            </a:r>
            <a:endParaRPr sz="1500" dirty="0"/>
          </a:p>
          <a:p>
            <a:pPr lvl="1">
              <a:defRPr sz="1400"/>
            </a:pPr>
            <a:r>
              <a:rPr sz="1500" dirty="0"/>
              <a:t>normalizes OCR labels with LLM</a:t>
            </a:r>
            <a:r>
              <a:rPr lang="en-US" sz="1500" dirty="0"/>
              <a:t> and tries to create </a:t>
            </a:r>
            <a:r>
              <a:rPr lang="en-US" sz="1500" i="1" dirty="0">
                <a:highlight>
                  <a:srgbClr val="FFFF00"/>
                </a:highlight>
              </a:rPr>
              <a:t>canonical</a:t>
            </a:r>
            <a:r>
              <a:rPr lang="en-US" sz="1500" i="1" dirty="0"/>
              <a:t> </a:t>
            </a:r>
            <a:r>
              <a:rPr lang="en-US" sz="1500" dirty="0"/>
              <a:t>documents  </a:t>
            </a:r>
            <a:endParaRPr sz="1500" dirty="0"/>
          </a:p>
          <a:p>
            <a:pPr lvl="1">
              <a:defRPr sz="1400"/>
            </a:pPr>
            <a:r>
              <a:rPr sz="1500" dirty="0"/>
              <a:t>updates application </a:t>
            </a:r>
            <a:r>
              <a:rPr lang="en-US" sz="1500" dirty="0"/>
              <a:t>statues after uploading by speaking with CI Agent/Social Aid Agent.</a:t>
            </a:r>
          </a:p>
          <a:p>
            <a:pPr lvl="1">
              <a:defRPr sz="1400"/>
            </a:pPr>
            <a:r>
              <a:rPr lang="en-US" sz="1500" dirty="0"/>
              <a:t>Respond to the users if clarifications must be made.</a:t>
            </a:r>
            <a:endParaRPr sz="1500" dirty="0"/>
          </a:p>
          <a:p>
            <a:pPr>
              <a:spcAft>
                <a:spcPts val="600"/>
              </a:spcAft>
            </a:pPr>
            <a:r>
              <a:rPr lang="en-US" sz="2000" b="1" dirty="0"/>
              <a:t>Case Agent</a:t>
            </a:r>
          </a:p>
          <a:p>
            <a:pPr lvl="1">
              <a:spcAft>
                <a:spcPts val="600"/>
              </a:spcAft>
            </a:pPr>
            <a:r>
              <a:rPr lang="en-US" sz="1800" dirty="0"/>
              <a:t>Handles statuses of cases opened</a:t>
            </a:r>
          </a:p>
          <a:p>
            <a:pPr lvl="1">
              <a:spcAft>
                <a:spcPts val="600"/>
              </a:spcAft>
            </a:pPr>
            <a:r>
              <a:rPr lang="en-US" sz="1800" dirty="0"/>
              <a:t>Notify users for completion or clarifications needed</a:t>
            </a:r>
          </a:p>
          <a:p>
            <a:pPr lvl="1">
              <a:spcAft>
                <a:spcPts val="600"/>
              </a:spcAft>
            </a:pPr>
            <a:r>
              <a:rPr lang="en-US" sz="1800" dirty="0"/>
              <a:t>Handles payment operations </a:t>
            </a:r>
            <a:endParaRPr sz="1800" dirty="0"/>
          </a:p>
          <a:p>
            <a:pPr>
              <a:spcAft>
                <a:spcPts val="200"/>
              </a:spcAft>
              <a:defRPr sz="2000" b="1"/>
            </a:pPr>
            <a:r>
              <a:rPr dirty="0"/>
              <a:t>Scheduling Agent</a:t>
            </a:r>
          </a:p>
          <a:p>
            <a:pPr lvl="1">
              <a:defRPr sz="1400"/>
            </a:pPr>
            <a:r>
              <a:rPr sz="1600" dirty="0"/>
              <a:t>for CI </a:t>
            </a:r>
            <a:r>
              <a:rPr lang="en-US" sz="1600" dirty="0"/>
              <a:t>it will use the government hub </a:t>
            </a:r>
            <a:r>
              <a:rPr sz="1600" dirty="0"/>
              <a:t>→ https://hub.mai.gov.ro/</a:t>
            </a:r>
          </a:p>
          <a:p>
            <a:pPr lvl="1">
              <a:defRPr sz="1400"/>
            </a:pPr>
            <a:r>
              <a:rPr sz="1600" dirty="0"/>
              <a:t>for social → local city hall slots</a:t>
            </a:r>
            <a:r>
              <a:rPr lang="en-US" sz="1600" dirty="0"/>
              <a:t>, databases.</a:t>
            </a:r>
            <a:endParaRPr sz="1600" dirty="0"/>
          </a:p>
          <a:p>
            <a:pPr lvl="1">
              <a:defRPr sz="1400"/>
            </a:pPr>
            <a:r>
              <a:rPr sz="1600" dirty="0"/>
              <a:t>same agent, two backends</a:t>
            </a:r>
            <a:r>
              <a:rPr lang="en-US" sz="1600" dirty="0"/>
              <a:t> even for the demo.</a:t>
            </a:r>
            <a:endParaRPr dirty="0"/>
          </a:p>
          <a:p>
            <a:pPr>
              <a:spcAft>
                <a:spcPts val="200"/>
              </a:spcAft>
              <a:defRPr sz="2000" b="1"/>
            </a:pPr>
            <a:r>
              <a:rPr dirty="0"/>
              <a:t>Operator Agent</a:t>
            </a:r>
            <a:endParaRPr lang="en-US" dirty="0"/>
          </a:p>
          <a:p>
            <a:pPr lvl="1">
              <a:spcAft>
                <a:spcPts val="200"/>
              </a:spcAft>
              <a:defRPr sz="2000" b="1"/>
            </a:pPr>
            <a:r>
              <a:rPr lang="en-US" sz="1500" dirty="0"/>
              <a:t>This is the human operator on the public administration side.</a:t>
            </a:r>
            <a:endParaRPr sz="1500" dirty="0"/>
          </a:p>
          <a:p>
            <a:pPr lvl="1">
              <a:defRPr sz="1400"/>
            </a:pPr>
            <a:r>
              <a:rPr lang="en-US" sz="1500" dirty="0"/>
              <a:t>Handle cases and statuses through natural prompts, e.g., </a:t>
            </a:r>
            <a:r>
              <a:rPr sz="1500" dirty="0"/>
              <a:t>list/claim/complete tasks</a:t>
            </a:r>
            <a:endParaRPr lang="en-US" sz="1500" dirty="0"/>
          </a:p>
          <a:p>
            <a:pPr lvl="1">
              <a:defRPr sz="1400"/>
            </a:pPr>
            <a:r>
              <a:rPr lang="en-US" sz="1500" dirty="0"/>
              <a:t>Handles communications back to people for clarifications.</a:t>
            </a:r>
          </a:p>
          <a:p>
            <a:pPr>
              <a:defRPr sz="1400"/>
            </a:pPr>
            <a:endParaRPr sz="1900" dirty="0"/>
          </a:p>
          <a:p>
            <a:pPr>
              <a:spcAft>
                <a:spcPts val="600"/>
              </a:spcAft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769B7-9CAC-F375-1137-6D7E9CB66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75DC1F4-B0B6-E9A3-6CAB-101677C04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333" y="246592"/>
            <a:ext cx="10515600" cy="1325563"/>
          </a:xfrm>
        </p:spPr>
        <p:txBody>
          <a:bodyPr/>
          <a:lstStyle/>
          <a:p>
            <a:r>
              <a:rPr lang="en-US" dirty="0"/>
              <a:t>Agentic architecture: A2A (Agent-To-Agent)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20367C-BC04-2158-9762-33F2BEDCD5B3}"/>
              </a:ext>
            </a:extLst>
          </p:cNvPr>
          <p:cNvSpPr txBox="1"/>
          <p:nvPr/>
        </p:nvSpPr>
        <p:spPr>
          <a:xfrm>
            <a:off x="431799" y="5461000"/>
            <a:ext cx="107188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Notes:</a:t>
            </a:r>
          </a:p>
          <a:p>
            <a:r>
              <a:rPr lang="en-US" dirty="0"/>
              <a:t> - The dashed entities are reused in the current prototype. The idea is to share as much as possible the systems, including the externally deployed ones (on the right side) </a:t>
            </a:r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46F62B-61C7-17C1-871D-6975E21B1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4703" y="1572154"/>
            <a:ext cx="12406597" cy="364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748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6D65D-BA22-2DEB-0801-6F97433B1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OR.. Split in two : first speak as general systems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933202F-9977-3BF4-F187-656601C23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34633"/>
            <a:ext cx="12272889" cy="4042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438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99DCF-9E85-1DA0-2915-31E312516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Then… present better the middle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D8609BF-567B-0835-598B-3DB89E27A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32811"/>
            <a:ext cx="1783670" cy="181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31820330-70AA-594E-8D04-CB2F5B146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2480" y="3350934"/>
            <a:ext cx="1283547" cy="1197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3008CE3D-EAF0-5306-F1DE-DB85F0FD6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230" y="1607714"/>
            <a:ext cx="10000193" cy="438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4555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6420E-8AF7-367A-1DC7-82F038BA9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Motivation for LLMs: Regex/NLP vs LLM (per agent)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CC493-1A10-E11A-6336-A5A2B9D94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Entry Agent</a:t>
            </a:r>
          </a:p>
          <a:p>
            <a:pPr lvl="1"/>
            <a:r>
              <a:rPr lang="fr-FR" dirty="0"/>
              <a:t>regex fails on: “</a:t>
            </a:r>
            <a:r>
              <a:rPr lang="fr-FR" dirty="0" err="1"/>
              <a:t>am</a:t>
            </a:r>
            <a:r>
              <a:rPr lang="fr-FR" dirty="0"/>
              <a:t> </a:t>
            </a:r>
            <a:r>
              <a:rPr lang="fr-FR" dirty="0" err="1"/>
              <a:t>nevoie</a:t>
            </a:r>
            <a:r>
              <a:rPr lang="fr-FR" dirty="0"/>
              <a:t> de </a:t>
            </a:r>
            <a:r>
              <a:rPr lang="fr-FR" dirty="0" err="1"/>
              <a:t>ajutorul</a:t>
            </a:r>
            <a:r>
              <a:rPr lang="fr-FR" dirty="0"/>
              <a:t> </a:t>
            </a:r>
            <a:r>
              <a:rPr lang="fr-FR" dirty="0" err="1"/>
              <a:t>ăla</a:t>
            </a:r>
            <a:r>
              <a:rPr lang="fr-FR" dirty="0"/>
              <a:t> de la </a:t>
            </a:r>
            <a:r>
              <a:rPr lang="fr-FR" dirty="0" err="1"/>
              <a:t>primărie</a:t>
            </a:r>
            <a:r>
              <a:rPr lang="fr-FR" dirty="0"/>
              <a:t>”</a:t>
            </a:r>
          </a:p>
          <a:p>
            <a:pPr lvl="1"/>
            <a:r>
              <a:rPr lang="sv-SE" dirty="0"/>
              <a:t>LLM: understands it’s social → intent: "social”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CI Agent</a:t>
            </a:r>
          </a:p>
          <a:p>
            <a:pPr lvl="1"/>
            <a:r>
              <a:rPr lang="en-US" dirty="0"/>
              <a:t>regex fails on OCR labels like “</a:t>
            </a:r>
            <a:r>
              <a:rPr lang="en-US" dirty="0" err="1"/>
              <a:t>certificat</a:t>
            </a:r>
            <a:r>
              <a:rPr lang="en-US" dirty="0"/>
              <a:t> </a:t>
            </a:r>
            <a:r>
              <a:rPr lang="en-US" dirty="0" err="1"/>
              <a:t>copil</a:t>
            </a:r>
            <a:r>
              <a:rPr lang="en-US" dirty="0"/>
              <a:t>”, “extras CF”</a:t>
            </a:r>
          </a:p>
          <a:p>
            <a:pPr lvl="1"/>
            <a:r>
              <a:rPr lang="en-US" dirty="0"/>
              <a:t>LLM: maps to the correct labels: </a:t>
            </a:r>
            <a:r>
              <a:rPr lang="en-US" dirty="0" err="1"/>
              <a:t>cert_nastere</a:t>
            </a:r>
            <a:r>
              <a:rPr lang="en-US" dirty="0"/>
              <a:t>, </a:t>
            </a:r>
            <a:r>
              <a:rPr lang="en-US" dirty="0" err="1"/>
              <a:t>dovada_adresa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Social Aid Agent</a:t>
            </a:r>
          </a:p>
          <a:p>
            <a:pPr lvl="1"/>
            <a:r>
              <a:rPr lang="en-US" dirty="0"/>
              <a:t>regex fails on “</a:t>
            </a:r>
            <a:r>
              <a:rPr lang="en-US" dirty="0" err="1"/>
              <a:t>venitul</a:t>
            </a:r>
            <a:r>
              <a:rPr lang="en-US" dirty="0"/>
              <a:t> minim… </a:t>
            </a:r>
            <a:r>
              <a:rPr lang="en-US" dirty="0" err="1"/>
              <a:t>ăla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cei</a:t>
            </a:r>
            <a:r>
              <a:rPr lang="en-US" dirty="0"/>
              <a:t> cu </a:t>
            </a:r>
            <a:r>
              <a:rPr lang="en-US" dirty="0" err="1"/>
              <a:t>probleme</a:t>
            </a:r>
            <a:r>
              <a:rPr lang="en-US" dirty="0"/>
              <a:t>”</a:t>
            </a:r>
          </a:p>
          <a:p>
            <a:pPr lvl="1"/>
            <a:r>
              <a:rPr lang="en-GB" dirty="0"/>
              <a:t>LLM: maps to social domain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Scheduling Agent</a:t>
            </a:r>
          </a:p>
          <a:p>
            <a:pPr lvl="1"/>
            <a:r>
              <a:rPr lang="en-US" dirty="0"/>
              <a:t>regex/classic NLP expects “slot id/day/hour” something very clear</a:t>
            </a:r>
          </a:p>
          <a:p>
            <a:pPr lvl="1"/>
            <a:r>
              <a:rPr lang="en-GB" dirty="0"/>
              <a:t>LLM can understand “</a:t>
            </a:r>
            <a:r>
              <a:rPr lang="en-GB" dirty="0" err="1"/>
              <a:t>ia</a:t>
            </a:r>
            <a:r>
              <a:rPr lang="en-GB" dirty="0"/>
              <a:t> </a:t>
            </a:r>
            <a:r>
              <a:rPr lang="en-GB" dirty="0" err="1"/>
              <a:t>primul</a:t>
            </a:r>
            <a:r>
              <a:rPr lang="en-GB" dirty="0"/>
              <a:t> de </a:t>
            </a:r>
            <a:r>
              <a:rPr lang="en-GB" dirty="0" err="1"/>
              <a:t>miercuri</a:t>
            </a:r>
            <a:r>
              <a:rPr lang="en-GB" dirty="0"/>
              <a:t>” and let the agent pick index 0 available.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Operator Agent</a:t>
            </a:r>
          </a:p>
          <a:p>
            <a:pPr lvl="1"/>
            <a:r>
              <a:rPr lang="en-GB" dirty="0"/>
              <a:t>regex</a:t>
            </a:r>
            <a:r>
              <a:rPr lang="en-US" dirty="0"/>
              <a:t> /classic NLP</a:t>
            </a:r>
            <a:r>
              <a:rPr lang="en-GB" dirty="0"/>
              <a:t> expects “claim task 10”, where “10” is the ID, or something clear.</a:t>
            </a:r>
          </a:p>
          <a:p>
            <a:pPr lvl="1"/>
            <a:r>
              <a:rPr lang="en-US" dirty="0"/>
              <a:t>LLM can understand “</a:t>
            </a:r>
            <a:r>
              <a:rPr lang="en-US" dirty="0" err="1"/>
              <a:t>preia</a:t>
            </a:r>
            <a:r>
              <a:rPr lang="en-US" dirty="0"/>
              <a:t>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tasku</a:t>
            </a:r>
            <a:r>
              <a:rPr lang="en-US" dirty="0"/>
              <a:t>’ 10 pe </a:t>
            </a:r>
            <a:r>
              <a:rPr lang="en-US" dirty="0" err="1"/>
              <a:t>numele</a:t>
            </a:r>
            <a:r>
              <a:rPr lang="en-US" dirty="0"/>
              <a:t> meu”</a:t>
            </a:r>
          </a:p>
          <a:p>
            <a:pPr lvl="1"/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Check a full suite of examples by double-click here: </a:t>
            </a:r>
            <a:endParaRPr lang="en-GB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663690AA-9061-9CDF-96DE-1B9053BDDA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4606059"/>
              </p:ext>
            </p:extLst>
          </p:nvPr>
        </p:nvGraphicFramePr>
        <p:xfrm>
          <a:off x="6137274" y="5784850"/>
          <a:ext cx="15430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543039" imgH="527002" progId="Package">
                  <p:embed/>
                </p:oleObj>
              </mc:Choice>
              <mc:Fallback>
                <p:oleObj name="Packager Shell Object" showAsIcon="1" r:id="rId2" imgW="1543039" imgH="527002" progId="Package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663690AA-9061-9CDF-96DE-1B9053BDDA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37274" y="5784850"/>
                        <a:ext cx="1543050" cy="527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8916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34C5D-3140-DC2A-F747-5777B8B42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status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C427162-C8C7-0558-36C6-DD96A7EA7B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16000" y="3002280"/>
            <a:ext cx="4165600" cy="3037523"/>
          </a:xfrm>
        </p:spPr>
        <p:txBody>
          <a:bodyPr/>
          <a:lstStyle/>
          <a:p>
            <a:pPr>
              <a:defRPr sz="2200" b="1"/>
            </a:pPr>
            <a:r>
              <a:rPr dirty="0"/>
              <a:t>Completed</a:t>
            </a:r>
          </a:p>
          <a:p>
            <a:pPr lvl="1">
              <a:defRPr sz="1600"/>
            </a:pPr>
            <a:r>
              <a:rPr dirty="0"/>
              <a:t>✅ </a:t>
            </a:r>
            <a:r>
              <a:rPr dirty="0" err="1"/>
              <a:t>FastAPI</a:t>
            </a:r>
            <a:r>
              <a:rPr dirty="0"/>
              <a:t> app with 3 main UIs: user CI, user Social, operator</a:t>
            </a:r>
          </a:p>
          <a:p>
            <a:pPr lvl="1">
              <a:defRPr sz="1600"/>
            </a:pPr>
            <a:r>
              <a:rPr dirty="0"/>
              <a:t>✅ Local mock for </a:t>
            </a:r>
            <a:r>
              <a:rPr dirty="0" err="1"/>
              <a:t>Primărie</a:t>
            </a:r>
            <a:r>
              <a:rPr dirty="0"/>
              <a:t> and CEI-hub-like endpoints</a:t>
            </a:r>
          </a:p>
          <a:p>
            <a:pPr lvl="1">
              <a:defRPr sz="1600"/>
            </a:pPr>
            <a:r>
              <a:rPr dirty="0"/>
              <a:t>✅ Chat widget that accepts steps (toasts, slots, cases, tasks)</a:t>
            </a:r>
          </a:p>
          <a:p>
            <a:pPr lvl="1">
              <a:defRPr sz="1600"/>
            </a:pPr>
            <a:r>
              <a:rPr dirty="0"/>
              <a:t>✅ Agents already factored logically in code (entry, domain, operator)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20D90A9-69E5-5EB2-C4AF-3C0277A48D52}"/>
              </a:ext>
            </a:extLst>
          </p:cNvPr>
          <p:cNvSpPr txBox="1">
            <a:spLocks/>
          </p:cNvSpPr>
          <p:nvPr/>
        </p:nvSpPr>
        <p:spPr>
          <a:xfrm>
            <a:off x="6273800" y="3129279"/>
            <a:ext cx="5511800" cy="278352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200" b="1"/>
            </a:pPr>
            <a:r>
              <a:rPr lang="en-US" sz="2200" b="1" dirty="0"/>
              <a:t>To do</a:t>
            </a:r>
          </a:p>
          <a:p>
            <a:pPr lvl="1">
              <a:defRPr sz="1600"/>
            </a:pPr>
            <a:r>
              <a:rPr lang="en-US" sz="1600" dirty="0"/>
              <a:t>🔄 Swap regex intents with LLM intent + entity extraction</a:t>
            </a:r>
          </a:p>
          <a:p>
            <a:pPr lvl="1">
              <a:defRPr sz="1600"/>
            </a:pPr>
            <a:r>
              <a:rPr lang="en-US" sz="1600" dirty="0"/>
              <a:t>🔄 Finalize social checklist JSON</a:t>
            </a:r>
          </a:p>
          <a:p>
            <a:pPr lvl="1">
              <a:defRPr sz="1600"/>
            </a:pPr>
            <a:r>
              <a:rPr lang="en-US" sz="1600" dirty="0"/>
              <a:t>🔄 Move doc-intake normalization to LLM</a:t>
            </a:r>
          </a:p>
          <a:p>
            <a:pPr lvl="1">
              <a:defRPr sz="1600"/>
            </a:pPr>
            <a:r>
              <a:rPr lang="en-US" sz="1600" dirty="0"/>
              <a:t>🔄 Add per-domain DB wiring (CI vs Social)</a:t>
            </a:r>
          </a:p>
          <a:p>
            <a:pPr lvl="1">
              <a:defRPr sz="1600"/>
            </a:pPr>
            <a:r>
              <a:rPr lang="en-US" sz="1600" dirty="0"/>
              <a:t>🔄 Polish operator empty states (done)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7C11A6-F4F1-21A9-08EA-4AE2D1911E17}"/>
              </a:ext>
            </a:extLst>
          </p:cNvPr>
          <p:cNvSpPr txBox="1"/>
          <p:nvPr/>
        </p:nvSpPr>
        <p:spPr>
          <a:xfrm>
            <a:off x="2799080" y="2023318"/>
            <a:ext cx="9103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46788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</a:t>
            </a:r>
            <a:r>
              <a:rPr lang="en-US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unibuc-cs</a:t>
            </a:r>
            <a:r>
              <a:rPr lang="en-US" dirty="0">
                <a:solidFill>
                  <a:srgbClr val="46788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/AI-for-public-administration.git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695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778</Words>
  <Application>Microsoft Office PowerPoint</Application>
  <PresentationFormat>Widescreen</PresentationFormat>
  <Paragraphs>99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Packager Shell Object</vt:lpstr>
      <vt:lpstr>Agentic AI in public administration</vt:lpstr>
      <vt:lpstr>Goal</vt:lpstr>
      <vt:lpstr>Agentic architecture: A2A (Agent-To-Agent)</vt:lpstr>
      <vt:lpstr>Agents Overview</vt:lpstr>
      <vt:lpstr>Agentic architecture: A2A (Agent-To-Agent)</vt:lpstr>
      <vt:lpstr>OR.. Split in two : first speak as general systems</vt:lpstr>
      <vt:lpstr>Then… present better the middle</vt:lpstr>
      <vt:lpstr>Motivation for LLMs: Regex/NLP vs LLM (per agent)</vt:lpstr>
      <vt:lpstr>Implementation status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Ciprian Ionut Paduraru</dc:creator>
  <cp:lastModifiedBy>Ciprian Ionut Paduraru</cp:lastModifiedBy>
  <cp:revision>1</cp:revision>
  <dcterms:created xsi:type="dcterms:W3CDTF">2025-11-05T09:17:41Z</dcterms:created>
  <dcterms:modified xsi:type="dcterms:W3CDTF">2025-11-05T15:18:55Z</dcterms:modified>
</cp:coreProperties>
</file>